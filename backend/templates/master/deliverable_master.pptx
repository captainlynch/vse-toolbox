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F37"/>
                </a:solidFill>
              </a:defRPr>
            </a:pPr>
            <a:r>
              <a:t>{{text_deliverable_name}}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98"/>
                </a:solidFill>
              </a:defRPr>
            </a:pPr>
            <a:r>
              <a:t>Responsible: {{text_responsible}}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98"/>
                </a:solidFill>
              </a:defRPr>
            </a:pPr>
            <a:r>
              <a:t>Date: {{text_date}}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</a:defRPr>
            </a:pPr>
            <a:r>
              <a:t>Status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{{text_issue_count}}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F98"/>
                </a:solidFill>
              </a:defRPr>
            </a:pPr>
            <a:r>
              <a:t>Related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4D4D"/>
                </a:solidFill>
              </a:defRPr>
            </a:pPr>
            <a:r>
              <a:t>{{text_p0_count}}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F98"/>
                </a:solidFill>
              </a:defRPr>
            </a:pPr>
            <a:r>
              <a:t>P0 Critical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</a:defRPr>
            </a:pPr>
            <a:r>
              <a:t>Related Issues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{{table_issues}}</a:t>
                      </a:r>
                    </a:p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