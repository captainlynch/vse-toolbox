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</a:defRPr>
            </a:pPr>
            <a:r>
              <a:rPr sz="3200" b="1">
                <a:solidFill>
                  <a:srgbClr val="D4AF37"/>
                </a:solidFill>
              </a:rPr>
              <a:t>PM 项目周报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98"/>
                </a:solidFill>
              </a:defRPr>
            </a:pPr>
            <a:r>
              <a:rPr sz="1400">
                <a:solidFill>
                  <a:srgbClr val="8A8F98"/>
                </a:solidFill>
              </a:rPr>
              <a:t>05/25 - 05/31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</a:defRPr>
            </a:pPr>
            <a:r>
              <a:rPr sz="1200">
                <a:solidFill>
                  <a:srgbClr val="8A8F98"/>
                </a:solidFill>
              </a:rPr>
              <a:t>项目管理部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KPI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Open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rPr sz="3600" b="1">
                <a:solidFill>
                  <a:srgbClr val="D4AF37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New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</a:defRPr>
            </a:pPr>
            <a:r>
              <a:rPr sz="3600" b="1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Closed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D4D"/>
                </a:solidFill>
              </a:defRPr>
            </a:pPr>
            <a:r>
              <a:rPr sz="3600" b="1">
                <a:solidFill>
                  <a:srgbClr val="FF4D4D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High Risk (P0)</a:t>
            </a:r>
          </a:p>
        </p:txBody>
      </p:sp>
      <p:pic>
        <p:nvPicPr>
          <p:cNvPr id="11" name="Picture 10" descr="trend_20260527_144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Issue Tracking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{{table_issues}}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overview_20260527_144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286000"/>
          </a:xfrm>
          <a:prstGeom prst="rect">
            <a:avLst/>
          </a:prstGeom>
        </p:spPr>
      </p:pic>
      <p:pic>
        <p:nvPicPr>
          <p:cNvPr id="5" name="Picture 4" descr="dept_20260527_1449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{{table_milestones}}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