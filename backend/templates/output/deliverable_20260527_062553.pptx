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</a:defRPr>
            </a:pPr>
            <a:r>
              <a:rPr sz="2800" b="1">
                <a:solidFill>
                  <a:srgbClr val="D4AF37"/>
                </a:solidFill>
              </a:rPr>
              <a:t>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98"/>
                </a:solidFill>
              </a:defRPr>
            </a:pPr>
            <a:r>
              <a:rPr sz="1400">
                <a:solidFill>
                  <a:srgbClr val="8A8F98"/>
                </a:solidFill>
              </a:rPr>
              <a:t>Responsible: Zhang Wei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</a:defRPr>
            </a:pPr>
            <a:r>
              <a:rPr sz="1200">
                <a:solidFill>
                  <a:srgbClr val="8A8F98"/>
                </a:solidFill>
              </a:rPr>
              <a:t>Date: 2026-05-27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Status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F98"/>
                </a:solidFill>
              </a:defRPr>
            </a:pPr>
            <a:r>
              <a:t>Related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4D4D"/>
                </a:solidFill>
              </a:defRPr>
            </a:pPr>
            <a:r>
              <a:rPr sz="2400" b="1">
                <a:solidFill>
                  <a:srgbClr val="FF4D4D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F98"/>
                </a:solidFill>
              </a:defRPr>
            </a:pPr>
            <a:r>
              <a:t>P0 Critical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Related Issues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{{table_issues}}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pie_20260527_062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