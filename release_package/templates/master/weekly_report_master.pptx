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</a:defRPr>
            </a:pPr>
            <a:r>
              <a:t>{{text_report_title}}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98"/>
                </a:solidFill>
              </a:defRPr>
            </a:pPr>
            <a:r>
              <a:t>{{text_week_range}}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98"/>
                </a:solidFill>
              </a:defRPr>
            </a:pPr>
            <a:r>
              <a:t>{{text_author}}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KPI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{{text_open_count}}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Open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t>{{text_new_count}}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New 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DE80"/>
                </a:solidFill>
              </a:defRPr>
            </a:pPr>
            <a:r>
              <a:t>{{text_closed_count}}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Closed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097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4D4D"/>
                </a:solidFill>
              </a:defRPr>
            </a:pPr>
            <a:r>
              <a:t>{{text_p0_count}}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F98"/>
                </a:solidFill>
              </a:defRPr>
            </a:pPr>
            <a:r>
              <a:t>High Risk (P0)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Issue Tracking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{{table_issues}}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{{table_milestones}}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